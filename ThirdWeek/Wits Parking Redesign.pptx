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deck. This is the design thinking problem space tools applied to Wits University campus parking, spanning Empathise, Synthesise, and 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Empathise. Six research methods were used to build a grounded picture of the parking problem before defining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Registered students only struggle when late. Early arrivals park in about two minutes; late arrivals spiral across 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and second years are limited to Hall 29, far from East Campus venues. Free parking near buildings is scarce.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Visitors have no destination target and zero visibility. They depend on security and chance, sometimes circling until a bay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Empathy map structured as Says, Thinks, Does, Feels, then extended with Pains and Gains as the design thinking reference describes.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personas in the OUR TEAM treatment. Each driver needs different information at a different stage of the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Whys drills from the surface symptom to the root cause: no information infrastructure connects lot occupancy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tree: four root causes feed the core problem, which cascades into seven effects from late arrivals to reputational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journey step carries a job users cannot complete today. The gap is the same at every step: no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journey step and job to be done was broken into smaller, solvable sub-problems, then plotted by effort and impact. Start with the Quick Wins quadrant.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Define. The sharpened problem statement and the How Might We that opens the solution space, with a synthesis recap across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2026-06-26T10:06:26Z</dcterms:created>
  <dcterms:modified xsi:type="dcterms:W3CDTF">2026-06-26T10:06:26Z</dcterms:modified>
</cp:coreProperties>
</file>